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sz="1800" b="1">
                <a:solidFill>
                  <a:srgbClr val="C8102E"/>
                </a:solidFill>
              </a:rPr>
              <a:t>Sambhav &amp; Kaustuv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sz="1800" b="1">
                <a:solidFill>
                  <a:srgbClr val="C8102E"/>
                </a:solidFill>
              </a:rPr>
              <a:t>Sambhav Shahi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sz="1800" b="1">
                <a:solidFill>
                  <a:srgbClr val="C8102E"/>
                </a:solidFill>
              </a:rPr>
              <a:t>Sustainability &amp; Social Impact: SafeMigrate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20040" y="128016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</a:rPr>
              <a:t>SafeMigrate: check a foreign job offer before you pay.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</a:rPr>
              <a:t>A migrant worker forwards the offer exactly as they got it (WhatsApp screenshot, letter photo, voice note or text). A Gemini agent reads it in any of 7 languages, checks every claim against official government records and answers in the worker's language, out loud.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</a:rPr>
              <a:t>Every claim gets red (checked, failed), amber (cannot be checked online: here is the exact offline step) or green (checked), with the source and date. It never says an offer is "safe".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</a:rPr>
              <a:t>Why it matters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</a:rPr>
              <a:t>6M+ people leave JAPAC for work each year. Nepal logged 5,632 foreign-employment fraud complaints in FY 2024/25 (Rs 328.7M). The UN estimates 220,000+ people are held in scam compounds in Myanmar and Cambodia, recruited through "customer service" jobs.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</a:rPr>
              <a:t>Built by people who lived it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</a:rPr>
              <a:t>On 12 Oct 2026 a recruiter offered our team lead a Dubai "customer service" job on a visit visa at an online casino, and asked his religion.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20040" y="1097280"/>
            <a:ext cx="8503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</a:rPr>
              <a:t>How it differs from existing tools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4213D"/>
                </a:solidFill>
              </a:rPr>
              <a:t>Migrasia PoBot verifies agencies by chat; Singapore ScamShield checks generic scam screenshots; Recruitment Advisor collects reviews. None reads the actual offer and checks each claim against official registries, catches real-agency impersonation, or shares fraud signals across borders.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</a:rPr>
              <a:t>How it solves the problem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4213D"/>
                </a:solidFill>
              </a:rPr>
              <a:t>Workers receive offers on WhatsApp and Facebook. SafeMigrate meets them there: forward the offer, get a verdict with the exact next step, and a complaint draft for the right regulator (DoFE, BEOE, DMW).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</a:rPr>
              <a:t>USP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4213D"/>
                </a:solidFill>
              </a:rPr>
              <a:t>1) Claim-by-claim verification with sources. 2) Impersonation check: licensed agency + a number that is not its registered number = warning. 3) Cross-border recruiter network: a number reported in Nepal warns a worker in Pakistan, stored only as an HMAC fingerprint.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20040" y="128016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</a:rPr>
              <a:t>- Input: photo, screenshot, PDF, voice note or pasted text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</a:rPr>
              <a:t>- Gemini agent with 3 tools: government agency registry, fraud-accused list, cross-border recruiter network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</a:rPr>
              <a:t>- 7,072 real agency records: Nepal DoFE (1,758, with official phone numbers) and Pakistan BEOE (5,314); Philippines DMW official links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</a:rPr>
              <a:t>- Deterministic, unit-tested rules: visit-visa trap, fee above legal cap, unlicensed or blocked agency, payment to personal account, scam-compound job pattern, passport demanded early, pressure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</a:rPr>
              <a:t>- Claim-by-claim red / amber / green with source, check date and offline next step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</a:rPr>
              <a:t>- 7 languages (Nepali, Urdu right-to-left, Hindi, Bengali, Tagalog, Indonesian, English); verdict translated by Gemini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</a:rPr>
              <a:t>- Spoken verdict with Gemini text-to-speech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</a:rPr>
              <a:t>- Complaint draft for the worker's regulator; anonymised risk map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</a:rPr>
              <a:t>- Telegram bot channel (built), daily AI spending lock, rate limiting, no personal data stored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20040" y="128016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4213D"/>
                </a:solidFill>
              </a:rPr>
              <a:t>1. Worker chooses country; language follows (Nepal: Nepali, Pakistan: Urdu, Philippines: Tagalog) and forwards the offer.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4213D"/>
                </a:solidFill>
              </a:rPr>
              <a:t>2. Gemini reads all evidence (multimodal) and calls tools: lookup_agency, check_fraud_list, check_recruiter_contacts.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4213D"/>
                </a:solidFill>
              </a:rPr>
              <a:t>3. Gemini returns schema-structured facts: visa type, fee, agency, licence number, recruiter contacts, job, key quotes.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4213D"/>
                </a:solidFill>
              </a:rPr>
              <a:t>4. The server re-runs every check itself, so a skipped tool call can never hide a flag.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4213D"/>
                </a:solidFill>
              </a:rPr>
              <a:t>5. Rules engine decides the risk; claims engine builds red / amber / green claims with sources.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4213D"/>
                </a:solidFill>
              </a:rPr>
              <a:t>6. Recruiter contacts are fingerprinted (HMAC) and compared with reports from every country.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4213D"/>
                </a:solidFill>
              </a:rPr>
              <a:t>7. Verdict is translated (Gemini) and spoken (Gemini TTS) in the worker's language.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4213D"/>
                </a:solidFill>
              </a:rPr>
              <a:t>8. Worker gets next steps and a complaint draft; an anonymised case is added to the risk map.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320040" y="12801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4213D"/>
                </a:solidFill>
              </a:rPr>
              <a:t>Live interface: mobile-first, Nepali by default, stamp verdict and claim cards (see the next slides and the live link).</a:t>
            </a:r>
          </a:p>
        </p:txBody>
      </p:sp>
      <p:pic>
        <p:nvPicPr>
          <p:cNvPr id="105" name="Picture 104" descr="shot-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783080"/>
            <a:ext cx="8412480" cy="34997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320040" y="128016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</a:rPr>
              <a:t>Phone browser / Telegram  -&gt;  Firebase Hosting (web app)  -&gt;  Node.js API (container, Cloud Run ready)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</a:rPr>
              <a:t>Gemini:** multimodal reading, function calling (3 tools), structured JSON output, translation, text-to-speech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</a:rPr>
              <a:t>Data:** government registries (DoFE, BEOE), fraud list, HMAC recruiter fingerprints, anonymised cases, daily usage counter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</a:rPr>
              <a:t>Storage:** Firestore data layer built with security rules that deny all browser access. The free deployment runs the API on a free container host with in-memory storage; Cloud Run and Firestore config is included (Dockerfile, firebase.json, seed script).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</a:rPr>
              <a:t>Resilience:** model fallback chain pinned per check, low thinking level (about 9 s per check), per-IP rate limit, daily AI cap.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20040" y="128016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Google Gemini via @google/genai: gemini-3-flash-preview with 3.7 / 3.6 flash fallback, gemini-3.8-flash-tts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Firebase Hosting, Firestore (data layer and rules), Cloud Run (Dockerfile)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Node.js 22, Express, multer; vanilla JavaScript front end, Leaflet map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- 27 automated tests (node:test): rules, claims, matching, fingerprints, translation, voice, spending lock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Real public data: Nepal DoFE recruitment-agency registry, Pakistan BEOE register, Philippines DMW inquiry pages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ffmpeg voice notes and the Telegram Bot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20040" y="128016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Per check: about US$0.002-0.01 including voice (Gemini Flash).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Hosting: Firebase Hosting free tier; container free tier; Cloud Run and Firestore free tiers cover pilot traffic.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- 10,000 checks a month: about US$20-100.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Workers use it free. Migrant NGOs, help desks and regulators are the first partners; donors already fund tools like this (ILO FAIR, Zoom Cares for PoBot).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Guardrails: daily AI cap, rate limiting, maximum instances.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shot-verdi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234440"/>
            <a:ext cx="8412480" cy="34997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20040" y="128016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4213D"/>
                </a:solidFill>
              </a:rPr>
              <a:t>- End-to-end check (screenshot or text to verdict): about 9 s with low thinking level (first version: 91 s).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4213D"/>
                </a:solidFill>
              </a:rPr>
              <a:t>- Registry coverage: 1,758 Nepal agencies (1,116 active, 583 blocked); 5,314 Pakistan agencies (2,883 valid, 2,431 cancelled, expired or surrendered).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4213D"/>
                </a:solidFill>
              </a:rPr>
              <a:t>- Live test with a real Dubai visit-visa iGaming offer: HIGH RISK; visa, permit and job red; agency, fee and recruiter amber.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4213D"/>
                </a:solidFill>
              </a:rPr>
              <a:t>- Cross-border test: a number reported from Nepal was flagged for a worker in Pakistan checking a different message.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4213D"/>
                </a:solidFill>
              </a:rPr>
              <a:t>- 27 automated tests pass; fixed false positive: a placeholder "unknown" is never treated as an agency name.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320040" y="128016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Move the API to Cloud Run with Firestore and Vertex AI (configuration ready).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Digitise DoFE's scanned fraud-case PDFs with Gemini (importer built).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New country packs: Bangladesh (BMET), Sri Lanka (SLBFE), India (eMigrate); Philippines registry data.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WhatsApp channel; native-speaker review of all 7 languages.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13D"/>
                </a:solidFill>
              </a:rPr>
              <a:t>- Accuracy study on 100+ real offers with migrant NGOs; pilots with migrant resource centres.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r>
              <a:rPr sz="1400">
                <a:solidFill>
                  <a:srgbClr val="C8102E"/>
                </a:solidFill>
              </a:rPr>
              <a:t>: https://github.com/sasam17/safemigrate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r>
              <a:rPr sz="1400">
                <a:solidFill>
                  <a:srgbClr val="C8102E"/>
                </a:solidFill>
              </a:rPr>
              <a:t>: (see submission form)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r>
              <a:rPr sz="1400">
                <a:solidFill>
                  <a:srgbClr val="C8102E"/>
                </a:solidFill>
              </a:rPr>
              <a:t>: https://safemigrate-cup-2026.web.app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